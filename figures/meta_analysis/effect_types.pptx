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 snapToGrid="0">
      <p:cViewPr varScale="1">
        <p:scale>
          <a:sx n="118" d="100"/>
          <a:sy n="118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6A616-6997-2292-51A9-498AD9B10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5C852-08EC-89F6-FF81-3026D0CDD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9AA11-18A4-5D3F-48AC-1AB856AD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935A8-3189-CC02-F6D1-8D92ECFF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C0FF-5874-2074-F06C-B09900D9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337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8E80-11FC-BCBF-6FA1-C4479830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C8353-03A2-EE09-DB32-545EFA041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1F162-E651-3D6F-6898-FE76E0F3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36560-2901-3981-A679-1D9DAC5E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C0AAA-4036-CCFD-CE7B-42865B24E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2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8A704-659D-F961-1776-E58F98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52B60-44CF-AAFF-CEF6-7129A2B2F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F0D8D-2D89-B760-C2B7-29972085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D8AB3-EEBC-DBF9-B02A-9C621CE1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F42F0-0C22-BBE7-3515-90618CE4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13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E203-6E8E-23BD-3A73-42527607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3EA02-E3D0-0690-3211-017F2EBF1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23756-CB47-0911-E328-9AF0E6A4D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46BA8-9DD0-C32E-9C39-261CC51EA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66919-98A8-35A6-63BA-AF77BB44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77EA6-1516-6534-236F-A8513780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0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2BCB-3F6F-D037-458D-BFA25FC41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88E07-9560-0944-9AF0-4B43AE5CA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A860A-D099-C36C-7B86-720946843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794921-DDEC-D972-FDC3-8317F7F7F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FD6FE8-C7DB-5D80-288B-5DCE8D63F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1F38A2-AB7C-F95D-3C63-EE2CF806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F5413A-CF39-F2F4-4815-B010D2423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1C273-76DF-D214-E4EC-5496C07B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0271-97CA-38AC-2414-DC79BAC5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497CE-EE2F-3448-BFEF-D1B788A5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965F09-C484-70CF-010C-B231A23A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B55AA-7F60-289D-51AD-8BF14056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0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85806-C19F-AEDE-C535-004DB6F0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DC9F1-A7E3-9245-D246-68E433058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A86B0-6850-1920-12BE-E25A9A012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5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A869-41CA-3A9F-A4B8-DE3513998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F254-7844-E488-0E8A-5B8F1A967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DB194-1F78-6931-6B83-395C74C47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53CE4-B728-49C2-1DC0-69BD7B65D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4CABD-A892-E9E8-8B64-3F6B4055C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ACB62-BDAB-4AA8-65D3-F21F0A5C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8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A4A89-4C7A-05EC-779B-E5AC4C36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122B1F-844F-F31F-8C0E-45BC9C36D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60ABE-53AD-9144-BA08-115A3109D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17630-F931-6ACE-5AB3-810FFD57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37A45-B1C9-91FA-390D-166805A5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CB93C-F302-1A03-3286-0F581743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2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A7CC9-F4C0-8BD4-2E54-D1D63E99D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FD9113-64D2-B754-CDDB-61F26844E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BF506-F156-8D21-7403-D95C4EB28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A95B3-1BC5-AC52-B309-7A0EFDC3C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106-DD0D-D535-346B-B7385B27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17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1B222-E7C8-AE7D-C979-FCEAD46BE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1F76D-29AC-FC91-A03D-08ACF68C4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B23FC-4F21-D0E0-ED14-920DB511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2EBF7-7FDB-70C1-3766-2A1DF117E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B2D31-E4A3-B989-FB45-02FF9632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9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E92AC-600E-7DDD-FDB9-B7571962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A11AB-7465-E9D1-B226-FFE4672BB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F2808-70BB-9D49-E3F3-BCACC580A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054F0-BF28-2646-9B2F-3E93CBA51F4C}" type="datetimeFigureOut">
              <a:rPr lang="en-US" smtClean="0"/>
              <a:t>9/26/24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F649-8AA2-A07A-A810-EBFE0F25F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D25A2-8516-0F6E-24C9-16A54F9F2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E7DE9-E21C-5C44-808C-649801F92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6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5FF293-4D4E-F738-7180-446141F17768}"/>
              </a:ext>
            </a:extLst>
          </p:cNvPr>
          <p:cNvSpPr txBox="1"/>
          <p:nvPr/>
        </p:nvSpPr>
        <p:spPr>
          <a:xfrm>
            <a:off x="3468086" y="203425"/>
            <a:ext cx="2455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 is presence/absence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3BA9E-BA5C-5666-8408-D5DA593DA129}"/>
              </a:ext>
            </a:extLst>
          </p:cNvPr>
          <p:cNvSpPr txBox="1"/>
          <p:nvPr/>
        </p:nvSpPr>
        <p:spPr>
          <a:xfrm>
            <a:off x="6096000" y="1457122"/>
            <a:ext cx="2521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Bird is presence/absence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2D30BC-1F0A-9CE9-3204-1BB554D80C89}"/>
              </a:ext>
            </a:extLst>
          </p:cNvPr>
          <p:cNvCxnSpPr/>
          <p:nvPr/>
        </p:nvCxnSpPr>
        <p:spPr>
          <a:xfrm>
            <a:off x="4889231" y="740229"/>
            <a:ext cx="1034143" cy="63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F05B83-57D0-9A12-41D8-9F19A8ECC422}"/>
              </a:ext>
            </a:extLst>
          </p:cNvPr>
          <p:cNvCxnSpPr>
            <a:cxnSpLocks/>
          </p:cNvCxnSpPr>
          <p:nvPr/>
        </p:nvCxnSpPr>
        <p:spPr>
          <a:xfrm flipH="1">
            <a:off x="5568220" y="1867878"/>
            <a:ext cx="1006928" cy="63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B48AD8-5801-7FE7-D36D-BE72F5CF060E}"/>
              </a:ext>
            </a:extLst>
          </p:cNvPr>
          <p:cNvSpPr txBox="1"/>
          <p:nvPr/>
        </p:nvSpPr>
        <p:spPr>
          <a:xfrm>
            <a:off x="4991277" y="932100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AA3B7F-A3A1-8452-27FF-E18A8A6BD51E}"/>
              </a:ext>
            </a:extLst>
          </p:cNvPr>
          <p:cNvSpPr txBox="1"/>
          <p:nvPr/>
        </p:nvSpPr>
        <p:spPr>
          <a:xfrm>
            <a:off x="5406302" y="199889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6D56E-12CB-25D1-796C-31696CFC01CA}"/>
              </a:ext>
            </a:extLst>
          </p:cNvPr>
          <p:cNvSpPr txBox="1"/>
          <p:nvPr/>
        </p:nvSpPr>
        <p:spPr>
          <a:xfrm>
            <a:off x="4915077" y="2618993"/>
            <a:ext cx="1900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Binary Odds Ratio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2EF786-04D0-0583-95BB-4E92B4F350EF}"/>
              </a:ext>
            </a:extLst>
          </p:cNvPr>
          <p:cNvCxnSpPr/>
          <p:nvPr/>
        </p:nvCxnSpPr>
        <p:spPr>
          <a:xfrm>
            <a:off x="7773945" y="1907037"/>
            <a:ext cx="1034143" cy="63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D15519E-A14B-6010-0255-B83733B969A3}"/>
              </a:ext>
            </a:extLst>
          </p:cNvPr>
          <p:cNvSpPr txBox="1"/>
          <p:nvPr/>
        </p:nvSpPr>
        <p:spPr>
          <a:xfrm>
            <a:off x="7771415" y="211864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17EC46-C9F2-8530-27CB-5DD08C64B9C5}"/>
              </a:ext>
            </a:extLst>
          </p:cNvPr>
          <p:cNvSpPr txBox="1"/>
          <p:nvPr/>
        </p:nvSpPr>
        <p:spPr>
          <a:xfrm>
            <a:off x="7228291" y="2595494"/>
            <a:ext cx="4923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Bird is number of nests/eggs/</a:t>
            </a:r>
            <a:r>
              <a:rPr lang="en-US" dirty="0" err="1"/>
              <a:t>etc</a:t>
            </a:r>
            <a:r>
              <a:rPr lang="en-US" dirty="0"/>
              <a:t> that fledged/died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F49D83-30FD-8B3D-0EE8-18F801CF47A3}"/>
              </a:ext>
            </a:extLst>
          </p:cNvPr>
          <p:cNvCxnSpPr>
            <a:cxnSpLocks/>
          </p:cNvCxnSpPr>
          <p:nvPr/>
        </p:nvCxnSpPr>
        <p:spPr>
          <a:xfrm flipH="1">
            <a:off x="8213449" y="3016111"/>
            <a:ext cx="1006928" cy="63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3587B4-4E23-94BD-B94B-AC85E6DE0FAA}"/>
              </a:ext>
            </a:extLst>
          </p:cNvPr>
          <p:cNvSpPr txBox="1"/>
          <p:nvPr/>
        </p:nvSpPr>
        <p:spPr>
          <a:xfrm>
            <a:off x="8051531" y="3147131"/>
            <a:ext cx="49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9FBC9EE-670A-9565-2BE1-8E46851BD250}"/>
              </a:ext>
            </a:extLst>
          </p:cNvPr>
          <p:cNvCxnSpPr>
            <a:cxnSpLocks/>
          </p:cNvCxnSpPr>
          <p:nvPr/>
        </p:nvCxnSpPr>
        <p:spPr>
          <a:xfrm>
            <a:off x="10419174" y="3055270"/>
            <a:ext cx="1034143" cy="63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2F1469-3807-5AAF-8EC3-F6BB84E361A5}"/>
              </a:ext>
            </a:extLst>
          </p:cNvPr>
          <p:cNvSpPr txBox="1"/>
          <p:nvPr/>
        </p:nvSpPr>
        <p:spPr>
          <a:xfrm>
            <a:off x="10416644" y="3266874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9CFE8D-30E9-8C42-56D3-341711270F5C}"/>
              </a:ext>
            </a:extLst>
          </p:cNvPr>
          <p:cNvSpPr txBox="1"/>
          <p:nvPr/>
        </p:nvSpPr>
        <p:spPr>
          <a:xfrm>
            <a:off x="6952601" y="3686642"/>
            <a:ext cx="237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Continuous Odds Ratio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9C554C-8994-B62C-FC19-36CE21114CB6}"/>
              </a:ext>
            </a:extLst>
          </p:cNvPr>
          <p:cNvSpPr txBox="1"/>
          <p:nvPr/>
        </p:nvSpPr>
        <p:spPr>
          <a:xfrm>
            <a:off x="6697759" y="3925856"/>
            <a:ext cx="3186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rgbClr val="FF0000"/>
                </a:solidFill>
              </a:rPr>
              <a:t>Requires total number of nests/eggs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B51DBD-DAE7-56CF-31FB-7EDFE09220E0}"/>
              </a:ext>
            </a:extLst>
          </p:cNvPr>
          <p:cNvSpPr txBox="1"/>
          <p:nvPr/>
        </p:nvSpPr>
        <p:spPr>
          <a:xfrm>
            <a:off x="11132556" y="3687411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SMD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991C3B-C5AC-8332-6877-A259ABD819B4}"/>
              </a:ext>
            </a:extLst>
          </p:cNvPr>
          <p:cNvSpPr txBox="1"/>
          <p:nvPr/>
        </p:nvSpPr>
        <p:spPr>
          <a:xfrm>
            <a:off x="10896116" y="3925856"/>
            <a:ext cx="15932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FF0000"/>
                </a:solidFill>
              </a:rPr>
              <a:t>Requires calculation or reporting</a:t>
            </a:r>
          </a:p>
          <a:p>
            <a:r>
              <a:rPr lang="en-US" sz="1600" i="1" dirty="0">
                <a:solidFill>
                  <a:srgbClr val="FF0000"/>
                </a:solidFill>
              </a:rPr>
              <a:t>Of error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68DF8B-703B-1BA3-10F9-73C40690C8E7}"/>
              </a:ext>
            </a:extLst>
          </p:cNvPr>
          <p:cNvCxnSpPr>
            <a:cxnSpLocks/>
          </p:cNvCxnSpPr>
          <p:nvPr/>
        </p:nvCxnSpPr>
        <p:spPr>
          <a:xfrm flipH="1">
            <a:off x="3281592" y="744303"/>
            <a:ext cx="1006928" cy="63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9BFE139-7FB6-C194-98DA-D07524438F44}"/>
              </a:ext>
            </a:extLst>
          </p:cNvPr>
          <p:cNvSpPr txBox="1"/>
          <p:nvPr/>
        </p:nvSpPr>
        <p:spPr>
          <a:xfrm>
            <a:off x="3119674" y="87532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078897-5B88-EC48-FF60-0FF895340A97}"/>
              </a:ext>
            </a:extLst>
          </p:cNvPr>
          <p:cNvSpPr txBox="1"/>
          <p:nvPr/>
        </p:nvSpPr>
        <p:spPr>
          <a:xfrm>
            <a:off x="1870051" y="1463152"/>
            <a:ext cx="2521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Bird is presence/absence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629018-2385-684D-735E-FADC492FCD86}"/>
              </a:ext>
            </a:extLst>
          </p:cNvPr>
          <p:cNvCxnSpPr>
            <a:cxnSpLocks/>
          </p:cNvCxnSpPr>
          <p:nvPr/>
        </p:nvCxnSpPr>
        <p:spPr>
          <a:xfrm flipH="1">
            <a:off x="1342271" y="1873908"/>
            <a:ext cx="1006928" cy="63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855F69-89BB-3E86-3F3C-CA19CF828251}"/>
              </a:ext>
            </a:extLst>
          </p:cNvPr>
          <p:cNvSpPr txBox="1"/>
          <p:nvPr/>
        </p:nvSpPr>
        <p:spPr>
          <a:xfrm>
            <a:off x="1180353" y="2004928"/>
            <a:ext cx="49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5D7018B-77D7-FA76-4249-0D385F4FC5B8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3089577" y="1832484"/>
            <a:ext cx="41268" cy="111394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BD98F05-34A8-6E27-9F79-3FB06538D2DD}"/>
              </a:ext>
            </a:extLst>
          </p:cNvPr>
          <p:cNvSpPr txBox="1"/>
          <p:nvPr/>
        </p:nvSpPr>
        <p:spPr>
          <a:xfrm>
            <a:off x="2624998" y="2118641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BFE6E7-F26F-D463-8A43-623B0E617D8E}"/>
              </a:ext>
            </a:extLst>
          </p:cNvPr>
          <p:cNvSpPr txBox="1"/>
          <p:nvPr/>
        </p:nvSpPr>
        <p:spPr>
          <a:xfrm>
            <a:off x="926918" y="2577096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???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9F8FB2-C792-E835-CC4B-CE4EC380B9A7}"/>
              </a:ext>
            </a:extLst>
          </p:cNvPr>
          <p:cNvSpPr txBox="1"/>
          <p:nvPr/>
        </p:nvSpPr>
        <p:spPr>
          <a:xfrm>
            <a:off x="2491072" y="2946428"/>
            <a:ext cx="125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Correlation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6A49FC-2515-6804-3304-3E237CAA7920}"/>
              </a:ext>
            </a:extLst>
          </p:cNvPr>
          <p:cNvSpPr txBox="1"/>
          <p:nvPr/>
        </p:nvSpPr>
        <p:spPr>
          <a:xfrm>
            <a:off x="2413835" y="3370956"/>
            <a:ext cx="21085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FF0000"/>
                </a:solidFill>
              </a:rPr>
              <a:t>Unless continuous value is easily convertible to binary, e.g., Pierce et al., O'Donnell et al.</a:t>
            </a:r>
          </a:p>
        </p:txBody>
      </p:sp>
    </p:spTree>
    <p:extLst>
      <p:ext uri="{BB962C8B-B14F-4D97-AF65-F5344CB8AC3E}">
        <p14:creationId xmlns:p14="http://schemas.microsoft.com/office/powerpoint/2010/main" val="315216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79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Erick Lundgren</dc:creator>
  <cp:lastModifiedBy>Erick Lundgren</cp:lastModifiedBy>
  <cp:revision>1</cp:revision>
  <dcterms:created xsi:type="dcterms:W3CDTF">2024-09-26T16:26:56Z</dcterms:created>
  <dcterms:modified xsi:type="dcterms:W3CDTF">2024-09-26T23:53:34Z</dcterms:modified>
</cp:coreProperties>
</file>